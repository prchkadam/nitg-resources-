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8033-4183-D655-4B97-7EC8C967A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10D970-890A-9069-0B89-C88C64287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1D4FB-1F97-8ED8-FBDD-BE68D23C1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6B09-ACD0-4ED6-8ADF-F92C3077300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4DE94-EEBD-99CE-DEC5-EC5C671A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4E4B7-0AAD-52F5-1356-36EFB40F7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FCC02-A97F-4535-A6D5-CF7F00095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91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B7BB-44E0-8C97-15A4-34B2AF904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17A6F-8888-81AD-EEAF-8E24D49AD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8F131-75A8-C6E2-EB2B-69C299874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6B09-ACD0-4ED6-8ADF-F92C3077300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1EF8E-49A1-F889-5EA9-3073F843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86370-1B60-2B33-7048-5C202FEE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FCC02-A97F-4535-A6D5-CF7F00095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216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2068C-4A59-674F-21DE-556D74BD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E0FFC-20C9-51F9-CEC8-3EFEB9B6E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ECAE2-3378-5F9D-9863-772A29660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6B09-ACD0-4ED6-8ADF-F92C3077300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77533-4DB6-1FA3-7A13-00B611676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18D3D-607E-A493-6B2E-696C075BB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FCC02-A97F-4535-A6D5-CF7F00095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280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49DD-67BB-4A83-518C-15AC74DE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43FDF-788C-A9EF-AC52-1E6F3DCC9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CDD413-6C41-62BB-A702-006D124E5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4E89-CC93-CE74-9F95-5149E826F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6B09-ACD0-4ED6-8ADF-F92C3077300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1FFEB8-6DC9-F313-A4C4-53080F975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1F371-7FA0-EB29-0B73-F83E1739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FCC02-A97F-4535-A6D5-CF7F00095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797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8EAD5-EABF-B15A-9FFC-356A39A4C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01884-BBE3-1197-F30E-4AFFFCAB1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F19EFE-4D83-203E-D2B0-3CD93B0A0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FB3B66-85CB-6CDE-616F-E7EEF43C7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79B41B-288A-C273-7586-A64E4CECE0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DB440-8DE4-E7BB-052D-4EABCAE88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6B09-ACD0-4ED6-8ADF-F92C3077300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96F89C-4BDB-95DD-9422-6320943B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FCFD8-49B2-0184-2377-E67F9BB2A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FCC02-A97F-4535-A6D5-CF7F00095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423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E6743-8A4E-B076-1BDF-9D96854B0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4FD8BE-EF31-4F5E-980A-BDC0CC97D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6B09-ACD0-4ED6-8ADF-F92C3077300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8DAAE8-F996-843C-EBF7-6E10F757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BC472-79F2-C6E8-17DE-5A3F39D5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FCC02-A97F-4535-A6D5-CF7F00095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377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F14D7F-C909-F9DC-11A2-C77CCA3D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6B09-ACD0-4ED6-8ADF-F92C3077300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EBD53-1273-9B4B-537A-6BB58B91A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C424E0-0231-A4FF-0CC5-F3C38AFF8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FCC02-A97F-4535-A6D5-CF7F00095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415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BE1A3-FC5E-4885-DFC2-EF1A70DCC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CF515-D397-5F0A-F6C0-4E6E2315D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EF36A-5DF4-B3F8-4F8C-C59B0C415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6F3904-08EF-D02D-CB1F-F7689F5E8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6B09-ACD0-4ED6-8ADF-F92C3077300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F76BE-9301-B1CA-6D8C-2B08AFA29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9268D9-D276-F2FC-2871-695D53FF1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FCC02-A97F-4535-A6D5-CF7F00095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677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F018B-C310-B043-E105-F6E48FFF1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072BD0-5F4C-75C0-7D63-F5C110291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E1202-E727-F869-E8FB-8F93AD636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4F117-B8AC-6C38-DBDA-A6928727A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6B09-ACD0-4ED6-8ADF-F92C3077300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E5E7C-40EA-8355-4C75-404CD981C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56700-81F7-08A3-0138-D2280E48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FCC02-A97F-4535-A6D5-CF7F00095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088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4A15-B881-83BA-2C60-3A7001E3F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12A306-A56C-5559-1457-A95562C6C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FC30E-C199-EA41-6A45-A73645431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6B09-ACD0-4ED6-8ADF-F92C3077300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C38B4-78E9-C0E5-0764-033F92DCF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27C12-6F51-355E-5F59-1399A62B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FCC02-A97F-4535-A6D5-CF7F00095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99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13E76C-1167-9A98-5D64-A05FB2069A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13F8C-891F-F514-8D28-0B8ECCC6D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9F60-D5A2-CE1E-915D-B3AE0533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D6B09-ACD0-4ED6-8ADF-F92C3077300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1E849-4135-4EE7-4551-96ABD4DC9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EF861-97C3-BF7D-0355-66EEE5DCE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FCC02-A97F-4535-A6D5-CF7F00095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787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EC2D1-BA0B-3CFD-B6F5-F4B5EB307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BEF5C-CDFB-9694-7456-45F9C765F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73CDC-DE28-56DC-2788-28A08BF82A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D6B09-ACD0-4ED6-8ADF-F92C3077300B}" type="datetimeFigureOut">
              <a:rPr lang="en-IN" smtClean="0"/>
              <a:t>29-01-2026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430EA-A203-6B38-44F1-83141F1ECB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A52DF-9935-9D54-2E13-17F7393CE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FCC02-A97F-4535-A6D5-CF7F00095A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33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A38DA-8FCD-9BE0-6520-C05DD77E6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3535" y="868362"/>
            <a:ext cx="9144000" cy="2387600"/>
          </a:xfrm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piston and cylinder machine contains a fluid system which passes through a complete cycle of four</a:t>
            </a:r>
            <a:b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processes. During a cycle, the sum of all heat transfers is − 170 kJ. The system completes 100 cycles per </a:t>
            </a:r>
            <a:b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min. Complete the following table showing the method for each item, and compute the net rate of work </a:t>
            </a:r>
            <a:b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in kW.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241B0-38C9-5C53-A24C-53E6979C2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620" y="3758541"/>
            <a:ext cx="7538760" cy="223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293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CDFE5-2FE1-67F3-EE20-730DEB36A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D7A624-7B5C-1923-63E9-19E53AD6A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559" y="1166456"/>
            <a:ext cx="9855265" cy="177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4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52D02B-DA86-BBD5-D4AA-DC4A39D43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289" y="856811"/>
            <a:ext cx="10710986" cy="19109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442E83-D166-3F83-CD53-CEE2EC7FA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364" y="2870403"/>
            <a:ext cx="5011271" cy="324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534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FAD625-4E18-23A0-48C4-672BC38FC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17" y="1952652"/>
            <a:ext cx="11414805" cy="358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13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8826E-4F52-4E81-9EF6-618F30FBC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EF8FE1-1E15-11EA-2483-73C4E1B4F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815" y="1460586"/>
            <a:ext cx="10783879" cy="286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15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D72C3E-80BD-1489-FAD8-7B3405D07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81" y="2115254"/>
            <a:ext cx="11225438" cy="3052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91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F5D41-7FF1-1EC9-6E64-E21549EE9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0D6F0-77A9-B1E0-7E32-2BF4960D5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87" y="1438676"/>
            <a:ext cx="11566814" cy="293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740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BCCC9-93E3-A149-5C85-3D0BE8DCC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AFE676-3DF2-CB93-E5AC-EC72B4E9F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24" y="2093589"/>
            <a:ext cx="11716976" cy="217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53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</TotalTime>
  <Words>68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A piston and cylinder machine contains a fluid system which passes through a complete cycle of four  processes. During a cycle, the sum of all heat transfers is − 170 kJ. The system completes 100 cycles per  min. Complete the following table showing the method for each item, and compute the net rate of work  output in kW.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 Singhal</dc:creator>
  <cp:lastModifiedBy>Samar Singhal</cp:lastModifiedBy>
  <cp:revision>5</cp:revision>
  <dcterms:created xsi:type="dcterms:W3CDTF">2026-01-16T05:55:28Z</dcterms:created>
  <dcterms:modified xsi:type="dcterms:W3CDTF">2026-01-29T05:30:38Z</dcterms:modified>
</cp:coreProperties>
</file>