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7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embeddedFontLst>
    <p:embeddedFont>
      <p:font typeface="Garamond" panose="02020404030301010803" pitchFamily="18"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hAC0dRcfKy2O8E5j36vun39oT2+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6"/>
  </p:normalViewPr>
  <p:slideViewPr>
    <p:cSldViewPr>
      <p:cViewPr varScale="1">
        <p:scale>
          <a:sx n="115" d="100"/>
          <a:sy n="115" d="100"/>
        </p:scale>
        <p:origin x="496" y="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01693083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6"/>
        <p:cNvGrpSpPr/>
        <p:nvPr/>
      </p:nvGrpSpPr>
      <p:grpSpPr>
        <a:xfrm>
          <a:off x="0" y="0"/>
          <a:ext cx="0" cy="0"/>
          <a:chOff x="0" y="0"/>
          <a:chExt cx="0" cy="0"/>
        </a:xfrm>
      </p:grpSpPr>
      <p:grpSp>
        <p:nvGrpSpPr>
          <p:cNvPr id="17" name="Google Shape;17;p16"/>
          <p:cNvGrpSpPr/>
          <p:nvPr/>
        </p:nvGrpSpPr>
        <p:grpSpPr>
          <a:xfrm>
            <a:off x="-16934" y="0"/>
            <a:ext cx="12231160" cy="6856214"/>
            <a:chOff x="-16934" y="0"/>
            <a:chExt cx="12231160" cy="6856214"/>
          </a:xfrm>
        </p:grpSpPr>
        <p:pic>
          <p:nvPicPr>
            <p:cNvPr id="18" name="Google Shape;18;p16" descr="HD-PanelTitleR1.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9" name="Google Shape;19;p16"/>
            <p:cNvSpPr/>
            <p:nvPr/>
          </p:nvSpPr>
          <p:spPr>
            <a:xfrm>
              <a:off x="2328332" y="1540931"/>
              <a:ext cx="7543802" cy="3835401"/>
            </a:xfrm>
            <a:prstGeom prst="rect">
              <a:avLst/>
            </a:prstGeom>
            <a:noFill/>
            <a:ln w="15875"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 name="Google Shape;20;p16" descr="HDRibbonTitle-UniformTrim.png"/>
            <p:cNvPicPr preferRelativeResize="0"/>
            <p:nvPr/>
          </p:nvPicPr>
          <p:blipFill rotWithShape="1">
            <a:blip r:embed="rId3">
              <a:alphaModFix/>
            </a:blip>
            <a:srcRect/>
            <a:stretch/>
          </p:blipFill>
          <p:spPr>
            <a:xfrm>
              <a:off x="-16934" y="3147609"/>
              <a:ext cx="2478024" cy="612648"/>
            </a:xfrm>
            <a:prstGeom prst="rect">
              <a:avLst/>
            </a:prstGeom>
            <a:noFill/>
            <a:ln>
              <a:noFill/>
            </a:ln>
          </p:spPr>
        </p:pic>
        <p:pic>
          <p:nvPicPr>
            <p:cNvPr id="21" name="Google Shape;21;p16" descr="HDRibbonTitle-UniformTrim.png"/>
            <p:cNvPicPr preferRelativeResize="0"/>
            <p:nvPr/>
          </p:nvPicPr>
          <p:blipFill rotWithShape="1">
            <a:blip r:embed="rId3">
              <a:alphaModFix/>
            </a:blip>
            <a:srcRect/>
            <a:stretch/>
          </p:blipFill>
          <p:spPr>
            <a:xfrm>
              <a:off x="9736202" y="3147609"/>
              <a:ext cx="2478024" cy="612648"/>
            </a:xfrm>
            <a:prstGeom prst="rect">
              <a:avLst/>
            </a:prstGeom>
            <a:noFill/>
            <a:ln>
              <a:noFill/>
            </a:ln>
          </p:spPr>
        </p:pic>
      </p:grpSp>
      <p:sp>
        <p:nvSpPr>
          <p:cNvPr id="22" name="Google Shape;22;p16"/>
          <p:cNvSpPr txBox="1">
            <a:spLocks noGrp="1"/>
          </p:cNvSpPr>
          <p:nvPr>
            <p:ph type="ctrTitle"/>
          </p:nvPr>
        </p:nvSpPr>
        <p:spPr>
          <a:xfrm>
            <a:off x="2692398" y="1871131"/>
            <a:ext cx="6815669" cy="1515533"/>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Clr>
                <a:srgbClr val="262626"/>
              </a:buClr>
              <a:buSzPts val="5400"/>
              <a:buFont typeface="Garamond"/>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6"/>
          <p:cNvSpPr txBox="1">
            <a:spLocks noGrp="1"/>
          </p:cNvSpPr>
          <p:nvPr>
            <p:ph type="subTitle" idx="1"/>
          </p:nvPr>
        </p:nvSpPr>
        <p:spPr>
          <a:xfrm>
            <a:off x="2692398" y="3657597"/>
            <a:ext cx="6815669" cy="1320802"/>
          </a:xfrm>
          <a:prstGeom prst="rect">
            <a:avLst/>
          </a:prstGeom>
          <a:noFill/>
          <a:ln>
            <a:noFill/>
          </a:ln>
        </p:spPr>
        <p:txBody>
          <a:bodyPr spcFirstLastPara="1" wrap="square" lIns="91425" tIns="45700" rIns="91425" bIns="45700" anchor="t" anchorCtr="0">
            <a:normAutofit/>
          </a:bodyPr>
          <a:lstStyle>
            <a:lvl1pPr lvl="0" algn="ctr">
              <a:spcBef>
                <a:spcPts val="420"/>
              </a:spcBef>
              <a:spcAft>
                <a:spcPts val="0"/>
              </a:spcAft>
              <a:buSzPts val="2415"/>
              <a:buNone/>
              <a:defRPr sz="21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a:endParaRPr/>
          </a:p>
        </p:txBody>
      </p:sp>
      <p:sp>
        <p:nvSpPr>
          <p:cNvPr id="24" name="Google Shape;24;p16"/>
          <p:cNvSpPr txBox="1">
            <a:spLocks noGrp="1"/>
          </p:cNvSpPr>
          <p:nvPr>
            <p:ph type="dt" idx="10"/>
          </p:nvPr>
        </p:nvSpPr>
        <p:spPr>
          <a:xfrm>
            <a:off x="7983232" y="5037663"/>
            <a:ext cx="897467"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6"/>
          <p:cNvSpPr txBox="1">
            <a:spLocks noGrp="1"/>
          </p:cNvSpPr>
          <p:nvPr>
            <p:ph type="ftr" idx="11"/>
          </p:nvPr>
        </p:nvSpPr>
        <p:spPr>
          <a:xfrm>
            <a:off x="2692397" y="5037663"/>
            <a:ext cx="5214635"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sldNum" idx="12"/>
          </p:nvPr>
        </p:nvSpPr>
        <p:spPr>
          <a:xfrm>
            <a:off x="8956900" y="5037663"/>
            <a:ext cx="55116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27" name="Google Shape;27;p16"/>
          <p:cNvCxnSpPr/>
          <p:nvPr/>
        </p:nvCxnSpPr>
        <p:spPr>
          <a:xfrm>
            <a:off x="2692399" y="3522131"/>
            <a:ext cx="681566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cxnSp>
        <p:nvCxnSpPr>
          <p:cNvPr id="29" name="Google Shape;29;p17"/>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
        <p:nvSpPr>
          <p:cNvPr id="30" name="Google Shape;30;p17"/>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7"/>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32" name="Google Shape;32;p17"/>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7"/>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18"/>
          <p:cNvSpPr txBox="1">
            <a:spLocks noGrp="1"/>
          </p:cNvSpPr>
          <p:nvPr>
            <p:ph type="title"/>
          </p:nvPr>
        </p:nvSpPr>
        <p:spPr>
          <a:xfrm>
            <a:off x="2015069" y="1752606"/>
            <a:ext cx="8158688" cy="1822514"/>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4400"/>
              <a:buFont typeface="Garamond"/>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8"/>
          <p:cNvSpPr txBox="1">
            <a:spLocks noGrp="1"/>
          </p:cNvSpPr>
          <p:nvPr>
            <p:ph type="body" idx="1"/>
          </p:nvPr>
        </p:nvSpPr>
        <p:spPr>
          <a:xfrm>
            <a:off x="2015067" y="3846051"/>
            <a:ext cx="8158690" cy="954547"/>
          </a:xfrm>
          <a:prstGeom prst="rect">
            <a:avLst/>
          </a:prstGeom>
          <a:noFill/>
          <a:ln>
            <a:noFill/>
          </a:ln>
        </p:spPr>
        <p:txBody>
          <a:bodyPr spcFirstLastPara="1" wrap="square" lIns="91425" tIns="45700" rIns="91425" bIns="45700" anchor="t" anchorCtr="0">
            <a:normAutofit/>
          </a:bodyPr>
          <a:lstStyle>
            <a:lvl1pPr marL="457200" lvl="0" indent="-228600" algn="ctr">
              <a:spcBef>
                <a:spcPts val="480"/>
              </a:spcBef>
              <a:spcAft>
                <a:spcPts val="0"/>
              </a:spcAft>
              <a:buSzPts val="2760"/>
              <a:buNone/>
              <a:defRPr sz="24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38" name="Google Shape;38;p18"/>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1" name="Google Shape;41;p18"/>
          <p:cNvCxnSpPr/>
          <p:nvPr/>
        </p:nvCxnSpPr>
        <p:spPr>
          <a:xfrm>
            <a:off x="2012723" y="3710585"/>
            <a:ext cx="8163380"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cxnSp>
        <p:nvCxnSpPr>
          <p:cNvPr id="43" name="Google Shape;43;p19"/>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
        <p:nvSpPr>
          <p:cNvPr id="44" name="Google Shape;44;p19"/>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9"/>
          <p:cNvSpPr txBox="1">
            <a:spLocks noGrp="1"/>
          </p:cNvSpPr>
          <p:nvPr>
            <p:ph type="body" idx="1"/>
          </p:nvPr>
        </p:nvSpPr>
        <p:spPr>
          <a:xfrm>
            <a:off x="1298448" y="2560320"/>
            <a:ext cx="4718304" cy="331012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46" name="Google Shape;46;p19"/>
          <p:cNvSpPr txBox="1">
            <a:spLocks noGrp="1"/>
          </p:cNvSpPr>
          <p:nvPr>
            <p:ph type="body" idx="2"/>
          </p:nvPr>
        </p:nvSpPr>
        <p:spPr>
          <a:xfrm>
            <a:off x="6181344" y="2560320"/>
            <a:ext cx="4718304" cy="331012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47" name="Google Shape;47;p1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20"/>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0"/>
          <p:cNvSpPr txBox="1">
            <a:spLocks noGrp="1"/>
          </p:cNvSpPr>
          <p:nvPr>
            <p:ph type="body" idx="1"/>
          </p:nvPr>
        </p:nvSpPr>
        <p:spPr>
          <a:xfrm>
            <a:off x="129540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spcBef>
                <a:spcPts val="672"/>
              </a:spcBef>
              <a:spcAft>
                <a:spcPts val="0"/>
              </a:spcAft>
              <a:buSzPts val="3220"/>
              <a:buNone/>
              <a:defRPr sz="28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53" name="Google Shape;53;p20"/>
          <p:cNvSpPr txBox="1">
            <a:spLocks noGrp="1"/>
          </p:cNvSpPr>
          <p:nvPr>
            <p:ph type="body" idx="2"/>
          </p:nvPr>
        </p:nvSpPr>
        <p:spPr>
          <a:xfrm>
            <a:off x="129540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4" name="Google Shape;54;p20"/>
          <p:cNvSpPr txBox="1">
            <a:spLocks noGrp="1"/>
          </p:cNvSpPr>
          <p:nvPr>
            <p:ph type="body" idx="3"/>
          </p:nvPr>
        </p:nvSpPr>
        <p:spPr>
          <a:xfrm>
            <a:off x="618067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spcBef>
                <a:spcPts val="672"/>
              </a:spcBef>
              <a:spcAft>
                <a:spcPts val="0"/>
              </a:spcAft>
              <a:buSzPts val="3220"/>
              <a:buNone/>
              <a:defRPr sz="28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55" name="Google Shape;55;p20"/>
          <p:cNvSpPr txBox="1">
            <a:spLocks noGrp="1"/>
          </p:cNvSpPr>
          <p:nvPr>
            <p:ph type="body" idx="4"/>
          </p:nvPr>
        </p:nvSpPr>
        <p:spPr>
          <a:xfrm>
            <a:off x="618067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6" name="Google Shape;56;p20"/>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0"/>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59" name="Google Shape;59;p20"/>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21"/>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65" name="Google Shape;65;p21"/>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22"/>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2"/>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2"/>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3"/>
          <p:cNvSpPr txBox="1">
            <a:spLocks noGrp="1"/>
          </p:cNvSpPr>
          <p:nvPr>
            <p:ph type="title"/>
          </p:nvPr>
        </p:nvSpPr>
        <p:spPr>
          <a:xfrm>
            <a:off x="1293811" y="1388534"/>
            <a:ext cx="3718455"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body" idx="1"/>
          </p:nvPr>
        </p:nvSpPr>
        <p:spPr>
          <a:xfrm>
            <a:off x="5418668" y="982131"/>
            <a:ext cx="5469466" cy="4893735"/>
          </a:xfrm>
          <a:prstGeom prst="rect">
            <a:avLst/>
          </a:prstGeom>
          <a:noFill/>
          <a:ln>
            <a:noFill/>
          </a:ln>
        </p:spPr>
        <p:txBody>
          <a:bodyPr spcFirstLastPara="1" wrap="square" lIns="91425" tIns="45700" rIns="91425" bIns="45700" anchor="ctr"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73" name="Google Shape;73;p23"/>
          <p:cNvSpPr txBox="1">
            <a:spLocks noGrp="1"/>
          </p:cNvSpPr>
          <p:nvPr>
            <p:ph type="body" idx="2"/>
          </p:nvPr>
        </p:nvSpPr>
        <p:spPr>
          <a:xfrm>
            <a:off x="1293811" y="3031065"/>
            <a:ext cx="3718455" cy="2438404"/>
          </a:xfrm>
          <a:prstGeom prst="rect">
            <a:avLst/>
          </a:prstGeom>
          <a:noFill/>
          <a:ln>
            <a:noFill/>
          </a:ln>
        </p:spPr>
        <p:txBody>
          <a:bodyPr spcFirstLastPara="1" wrap="square" lIns="91425" tIns="45700" rIns="91425" bIns="45700" anchor="t" anchorCtr="0">
            <a:normAutofit/>
          </a:bodyPr>
          <a:lstStyle>
            <a:lvl1pPr marL="457200" lvl="0" indent="-228600" algn="ctr">
              <a:spcBef>
                <a:spcPts val="320"/>
              </a:spcBef>
              <a:spcAft>
                <a:spcPts val="0"/>
              </a:spcAft>
              <a:buSzPts val="1840"/>
              <a:buNone/>
              <a:defRPr sz="16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74" name="Google Shape;74;p23"/>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3"/>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3"/>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77" name="Google Shape;77;p23"/>
          <p:cNvCxnSpPr/>
          <p:nvPr/>
        </p:nvCxnSpPr>
        <p:spPr>
          <a:xfrm>
            <a:off x="1396169" y="2912533"/>
            <a:ext cx="35144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24"/>
          <p:cNvSpPr txBox="1">
            <a:spLocks noGrp="1"/>
          </p:cNvSpPr>
          <p:nvPr>
            <p:ph type="title"/>
          </p:nvPr>
        </p:nvSpPr>
        <p:spPr>
          <a:xfrm>
            <a:off x="1295399" y="1883832"/>
            <a:ext cx="6241816"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800"/>
              <a:buFont typeface="Garamond"/>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4"/>
          <p:cNvSpPr>
            <a:spLocks noGrp="1"/>
          </p:cNvSpPr>
          <p:nvPr>
            <p:ph type="pic" idx="2"/>
          </p:nvPr>
        </p:nvSpPr>
        <p:spPr>
          <a:xfrm>
            <a:off x="8094831" y="1041400"/>
            <a:ext cx="3063347" cy="4775200"/>
          </a:xfrm>
          <a:prstGeom prst="roundRect">
            <a:avLst>
              <a:gd name="adj" fmla="val 0"/>
            </a:avLst>
          </a:prstGeom>
          <a:noFill/>
          <a:ln w="57150" cap="flat" cmpd="thickThin">
            <a:solidFill>
              <a:srgbClr val="7F7F7F"/>
            </a:solidFill>
            <a:prstDash val="solid"/>
            <a:miter lim="800000"/>
            <a:headEnd type="none" w="sm" len="sm"/>
            <a:tailEnd type="none" w="sm" len="sm"/>
          </a:ln>
        </p:spPr>
      </p:sp>
      <p:sp>
        <p:nvSpPr>
          <p:cNvPr id="81" name="Google Shape;81;p24"/>
          <p:cNvSpPr txBox="1">
            <a:spLocks noGrp="1"/>
          </p:cNvSpPr>
          <p:nvPr>
            <p:ph type="body" idx="1"/>
          </p:nvPr>
        </p:nvSpPr>
        <p:spPr>
          <a:xfrm>
            <a:off x="1295399" y="3255432"/>
            <a:ext cx="6241816" cy="1828800"/>
          </a:xfrm>
          <a:prstGeom prst="rect">
            <a:avLst/>
          </a:prstGeom>
          <a:noFill/>
          <a:ln>
            <a:noFill/>
          </a:ln>
        </p:spPr>
        <p:txBody>
          <a:bodyPr spcFirstLastPara="1" wrap="square" lIns="91425" tIns="45700" rIns="91425" bIns="45700" anchor="t" anchorCtr="0">
            <a:normAutofit/>
          </a:bodyPr>
          <a:lstStyle>
            <a:lvl1pPr marL="457200" lvl="0" indent="-228600" algn="ctr">
              <a:spcBef>
                <a:spcPts val="360"/>
              </a:spcBef>
              <a:spcAft>
                <a:spcPts val="0"/>
              </a:spcAft>
              <a:buSzPts val="2070"/>
              <a:buNone/>
              <a:defRPr sz="18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2" name="Google Shape;82;p24"/>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4"/>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a:off x="1295401" y="4815415"/>
            <a:ext cx="9609666" cy="566738"/>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5"/>
          <p:cNvSpPr>
            <a:spLocks noGrp="1"/>
          </p:cNvSpPr>
          <p:nvPr>
            <p:ph type="pic" idx="2"/>
          </p:nvPr>
        </p:nvSpPr>
        <p:spPr>
          <a:xfrm>
            <a:off x="1041427" y="1041399"/>
            <a:ext cx="10105972" cy="3335869"/>
          </a:xfrm>
          <a:prstGeom prst="roundRect">
            <a:avLst>
              <a:gd name="adj" fmla="val 0"/>
            </a:avLst>
          </a:prstGeom>
          <a:noFill/>
          <a:ln w="57150" cap="flat" cmpd="thickThin">
            <a:solidFill>
              <a:srgbClr val="7F7F7F"/>
            </a:solidFill>
            <a:prstDash val="solid"/>
            <a:miter lim="800000"/>
            <a:headEnd type="none" w="sm" len="sm"/>
            <a:tailEnd type="none" w="sm" len="sm"/>
          </a:ln>
        </p:spPr>
      </p:sp>
      <p:sp>
        <p:nvSpPr>
          <p:cNvPr id="88" name="Google Shape;88;p25"/>
          <p:cNvSpPr txBox="1">
            <a:spLocks noGrp="1"/>
          </p:cNvSpPr>
          <p:nvPr>
            <p:ph type="body" idx="1"/>
          </p:nvPr>
        </p:nvSpPr>
        <p:spPr>
          <a:xfrm>
            <a:off x="1295401" y="5382153"/>
            <a:ext cx="9609666" cy="493712"/>
          </a:xfrm>
          <a:prstGeom prst="rect">
            <a:avLst/>
          </a:prstGeom>
          <a:noFill/>
          <a:ln>
            <a:noFill/>
          </a:ln>
        </p:spPr>
        <p:txBody>
          <a:bodyPr spcFirstLastPara="1" wrap="square" lIns="91425" tIns="45700" rIns="91425" bIns="45700" anchor="t" anchorCtr="0">
            <a:normAutofit/>
          </a:bodyPr>
          <a:lstStyle>
            <a:lvl1pPr marL="457200" lvl="0" indent="-228600" algn="ctr">
              <a:spcBef>
                <a:spcPts val="280"/>
              </a:spcBef>
              <a:spcAft>
                <a:spcPts val="0"/>
              </a:spcAft>
              <a:buSzPts val="1610"/>
              <a:buNone/>
              <a:defRPr sz="14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9" name="Google Shape;89;p2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2"/>
        <p:cNvGrpSpPr/>
        <p:nvPr/>
      </p:nvGrpSpPr>
      <p:grpSpPr>
        <a:xfrm>
          <a:off x="0" y="0"/>
          <a:ext cx="0" cy="0"/>
          <a:chOff x="0" y="0"/>
          <a:chExt cx="0" cy="0"/>
        </a:xfrm>
      </p:grpSpPr>
      <p:sp>
        <p:nvSpPr>
          <p:cNvPr id="93" name="Google Shape;93;p26"/>
          <p:cNvSpPr txBox="1">
            <a:spLocks noGrp="1"/>
          </p:cNvSpPr>
          <p:nvPr>
            <p:ph type="title"/>
          </p:nvPr>
        </p:nvSpPr>
        <p:spPr>
          <a:xfrm>
            <a:off x="1303868" y="982132"/>
            <a:ext cx="9592732" cy="29548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6"/>
          <p:cNvSpPr txBox="1">
            <a:spLocks noGrp="1"/>
          </p:cNvSpPr>
          <p:nvPr>
            <p:ph type="body" idx="1"/>
          </p:nvPr>
        </p:nvSpPr>
        <p:spPr>
          <a:xfrm>
            <a:off x="1303868" y="4343399"/>
            <a:ext cx="9592732" cy="1532467"/>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95" name="Google Shape;95;p26"/>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6"/>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6"/>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98" name="Google Shape;98;p26"/>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9"/>
        <p:cNvGrpSpPr/>
        <p:nvPr/>
      </p:nvGrpSpPr>
      <p:grpSpPr>
        <a:xfrm>
          <a:off x="0" y="0"/>
          <a:ext cx="0" cy="0"/>
          <a:chOff x="0" y="0"/>
          <a:chExt cx="0" cy="0"/>
        </a:xfrm>
      </p:grpSpPr>
      <p:sp>
        <p:nvSpPr>
          <p:cNvPr id="100" name="Google Shape;100;p27"/>
          <p:cNvSpPr txBox="1">
            <a:spLocks noGrp="1"/>
          </p:cNvSpPr>
          <p:nvPr>
            <p:ph type="title"/>
          </p:nvPr>
        </p:nvSpPr>
        <p:spPr>
          <a:xfrm>
            <a:off x="1446213" y="982132"/>
            <a:ext cx="9296398" cy="2370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7"/>
          <p:cNvSpPr txBox="1">
            <a:spLocks noGrp="1"/>
          </p:cNvSpPr>
          <p:nvPr>
            <p:ph type="body" idx="1"/>
          </p:nvPr>
        </p:nvSpPr>
        <p:spPr>
          <a:xfrm>
            <a:off x="1674812" y="3352800"/>
            <a:ext cx="8839202" cy="584200"/>
          </a:xfrm>
          <a:prstGeom prst="rect">
            <a:avLst/>
          </a:prstGeom>
          <a:noFill/>
          <a:ln>
            <a:noFill/>
          </a:ln>
        </p:spPr>
        <p:txBody>
          <a:bodyPr spcFirstLastPara="1" wrap="square" lIns="91425" tIns="45700" rIns="91425" bIns="45700" anchor="ctr" anchorCtr="0">
            <a:normAutofit/>
          </a:bodyPr>
          <a:lstStyle>
            <a:lvl1pPr marL="457200" lvl="0" indent="-228600" algn="r">
              <a:spcBef>
                <a:spcPts val="400"/>
              </a:spcBef>
              <a:spcAft>
                <a:spcPts val="0"/>
              </a:spcAft>
              <a:buSzPts val="2300"/>
              <a:buFont typeface="Garamond"/>
              <a:buNone/>
              <a:defRPr sz="2000"/>
            </a:lvl1pPr>
            <a:lvl2pPr marL="914400" lvl="1" indent="-228600" algn="l">
              <a:spcBef>
                <a:spcPts val="600"/>
              </a:spcBef>
              <a:spcAft>
                <a:spcPts val="0"/>
              </a:spcAft>
              <a:buSzPts val="2300"/>
              <a:buFont typeface="Garamond"/>
              <a:buNone/>
              <a:defRPr/>
            </a:lvl2pPr>
            <a:lvl3pPr marL="1371600" lvl="2" indent="-228600" algn="l">
              <a:spcBef>
                <a:spcPts val="600"/>
              </a:spcBef>
              <a:spcAft>
                <a:spcPts val="0"/>
              </a:spcAft>
              <a:buSzPts val="2070"/>
              <a:buFont typeface="Garamond"/>
              <a:buNone/>
              <a:defRPr/>
            </a:lvl3pPr>
            <a:lvl4pPr marL="1828800" lvl="3" indent="-228600" algn="l">
              <a:spcBef>
                <a:spcPts val="600"/>
              </a:spcBef>
              <a:spcAft>
                <a:spcPts val="0"/>
              </a:spcAft>
              <a:buSzPts val="1840"/>
              <a:buFont typeface="Garamond"/>
              <a:buNone/>
              <a:defRPr/>
            </a:lvl4pPr>
            <a:lvl5pPr marL="2286000" lvl="4" indent="-228600" algn="l">
              <a:spcBef>
                <a:spcPts val="600"/>
              </a:spcBef>
              <a:spcAft>
                <a:spcPts val="0"/>
              </a:spcAft>
              <a:buSzPts val="1610"/>
              <a:buFont typeface="Garamond"/>
              <a:buNone/>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02" name="Google Shape;102;p27"/>
          <p:cNvSpPr txBox="1">
            <a:spLocks noGrp="1"/>
          </p:cNvSpPr>
          <p:nvPr>
            <p:ph type="body" idx="2"/>
          </p:nvPr>
        </p:nvSpPr>
        <p:spPr>
          <a:xfrm>
            <a:off x="1295401" y="4343399"/>
            <a:ext cx="9609666" cy="1532467"/>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03" name="Google Shape;103;p27"/>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27"/>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7"/>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6" name="Google Shape;106;p27"/>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dk1"/>
                </a:solidFill>
                <a:latin typeface="Garamond"/>
                <a:ea typeface="Garamond"/>
                <a:cs typeface="Garamond"/>
                <a:sym typeface="Garamond"/>
              </a:rPr>
              <a:t>“</a:t>
            </a:r>
            <a:endParaRPr/>
          </a:p>
        </p:txBody>
      </p:sp>
      <p:sp>
        <p:nvSpPr>
          <p:cNvPr id="107" name="Google Shape;107;p27"/>
          <p:cNvSpPr txBox="1"/>
          <p:nvPr/>
        </p:nvSpPr>
        <p:spPr>
          <a:xfrm>
            <a:off x="10600267" y="2827870"/>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8000" b="0" i="0" u="none" strike="noStrike" cap="none">
                <a:solidFill>
                  <a:schemeClr val="dk1"/>
                </a:solidFill>
                <a:latin typeface="Garamond"/>
                <a:ea typeface="Garamond"/>
                <a:cs typeface="Garamond"/>
                <a:sym typeface="Garamond"/>
              </a:rPr>
              <a:t>”</a:t>
            </a:r>
            <a:endParaRPr/>
          </a:p>
        </p:txBody>
      </p:sp>
      <p:cxnSp>
        <p:nvCxnSpPr>
          <p:cNvPr id="108" name="Google Shape;108;p27"/>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9"/>
        <p:cNvGrpSpPr/>
        <p:nvPr/>
      </p:nvGrpSpPr>
      <p:grpSpPr>
        <a:xfrm>
          <a:off x="0" y="0"/>
          <a:ext cx="0" cy="0"/>
          <a:chOff x="0" y="0"/>
          <a:chExt cx="0" cy="0"/>
        </a:xfrm>
      </p:grpSpPr>
      <p:sp>
        <p:nvSpPr>
          <p:cNvPr id="110" name="Google Shape;110;p28"/>
          <p:cNvSpPr txBox="1">
            <a:spLocks noGrp="1"/>
          </p:cNvSpPr>
          <p:nvPr>
            <p:ph type="title"/>
          </p:nvPr>
        </p:nvSpPr>
        <p:spPr>
          <a:xfrm>
            <a:off x="1295402" y="3308581"/>
            <a:ext cx="9609668"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28"/>
          <p:cNvSpPr txBox="1">
            <a:spLocks noGrp="1"/>
          </p:cNvSpPr>
          <p:nvPr>
            <p:ph type="body" idx="1"/>
          </p:nvPr>
        </p:nvSpPr>
        <p:spPr>
          <a:xfrm>
            <a:off x="1295401" y="4777381"/>
            <a:ext cx="9609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2" name="Google Shape;112;p28"/>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8"/>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8"/>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5"/>
        <p:cNvGrpSpPr/>
        <p:nvPr/>
      </p:nvGrpSpPr>
      <p:grpSpPr>
        <a:xfrm>
          <a:off x="0" y="0"/>
          <a:ext cx="0" cy="0"/>
          <a:chOff x="0" y="0"/>
          <a:chExt cx="0" cy="0"/>
        </a:xfrm>
      </p:grpSpPr>
      <p:sp>
        <p:nvSpPr>
          <p:cNvPr id="116" name="Google Shape;116;p29"/>
          <p:cNvSpPr txBox="1">
            <a:spLocks noGrp="1"/>
          </p:cNvSpPr>
          <p:nvPr>
            <p:ph type="title"/>
          </p:nvPr>
        </p:nvSpPr>
        <p:spPr>
          <a:xfrm>
            <a:off x="1446213" y="982132"/>
            <a:ext cx="9296398" cy="2243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9"/>
          <p:cNvSpPr txBox="1">
            <a:spLocks noGrp="1"/>
          </p:cNvSpPr>
          <p:nvPr>
            <p:ph type="body" idx="1"/>
          </p:nvPr>
        </p:nvSpPr>
        <p:spPr>
          <a:xfrm>
            <a:off x="1295401" y="3639312"/>
            <a:ext cx="9609668" cy="886968"/>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2760"/>
              <a:buNone/>
              <a:defRPr sz="24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8" name="Google Shape;118;p29"/>
          <p:cNvSpPr txBox="1">
            <a:spLocks noGrp="1"/>
          </p:cNvSpPr>
          <p:nvPr>
            <p:ph type="body" idx="2"/>
          </p:nvPr>
        </p:nvSpPr>
        <p:spPr>
          <a:xfrm>
            <a:off x="1295401" y="4529667"/>
            <a:ext cx="9609668" cy="13462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070"/>
              <a:buNone/>
              <a:defRPr sz="1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9" name="Google Shape;119;p2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29"/>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dk1"/>
                </a:solidFill>
                <a:latin typeface="Garamond"/>
                <a:ea typeface="Garamond"/>
                <a:cs typeface="Garamond"/>
                <a:sym typeface="Garamond"/>
              </a:rPr>
              <a:t>“</a:t>
            </a:r>
            <a:endParaRPr/>
          </a:p>
        </p:txBody>
      </p:sp>
      <p:sp>
        <p:nvSpPr>
          <p:cNvPr id="123" name="Google Shape;123;p29"/>
          <p:cNvSpPr txBox="1"/>
          <p:nvPr/>
        </p:nvSpPr>
        <p:spPr>
          <a:xfrm>
            <a:off x="10600267" y="2599261"/>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8000" b="0" i="0" u="none" strike="noStrike" cap="none">
                <a:solidFill>
                  <a:schemeClr val="dk1"/>
                </a:solidFill>
                <a:latin typeface="Garamond"/>
                <a:ea typeface="Garamond"/>
                <a:cs typeface="Garamond"/>
                <a:sym typeface="Garamond"/>
              </a:rPr>
              <a:t>”</a:t>
            </a:r>
            <a:endParaRPr/>
          </a:p>
        </p:txBody>
      </p:sp>
      <p:cxnSp>
        <p:nvCxnSpPr>
          <p:cNvPr id="124" name="Google Shape;124;p29"/>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5"/>
        <p:cNvGrpSpPr/>
        <p:nvPr/>
      </p:nvGrpSpPr>
      <p:grpSpPr>
        <a:xfrm>
          <a:off x="0" y="0"/>
          <a:ext cx="0" cy="0"/>
          <a:chOff x="0" y="0"/>
          <a:chExt cx="0" cy="0"/>
        </a:xfrm>
      </p:grpSpPr>
      <p:sp>
        <p:nvSpPr>
          <p:cNvPr id="126" name="Google Shape;126;p30"/>
          <p:cNvSpPr txBox="1">
            <a:spLocks noGrp="1"/>
          </p:cNvSpPr>
          <p:nvPr>
            <p:ph type="title"/>
          </p:nvPr>
        </p:nvSpPr>
        <p:spPr>
          <a:xfrm>
            <a:off x="1295401" y="982132"/>
            <a:ext cx="9609666" cy="2243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30"/>
          <p:cNvSpPr txBox="1">
            <a:spLocks noGrp="1"/>
          </p:cNvSpPr>
          <p:nvPr>
            <p:ph type="body" idx="1"/>
          </p:nvPr>
        </p:nvSpPr>
        <p:spPr>
          <a:xfrm>
            <a:off x="1295401" y="3630168"/>
            <a:ext cx="9609668" cy="841248"/>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3220"/>
              <a:buNone/>
              <a:defRPr sz="2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8" name="Google Shape;128;p30"/>
          <p:cNvSpPr txBox="1">
            <a:spLocks noGrp="1"/>
          </p:cNvSpPr>
          <p:nvPr>
            <p:ph type="body" idx="2"/>
          </p:nvPr>
        </p:nvSpPr>
        <p:spPr>
          <a:xfrm>
            <a:off x="1295400" y="4470399"/>
            <a:ext cx="9609670" cy="1405467"/>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070"/>
              <a:buNone/>
              <a:defRPr sz="1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9" name="Google Shape;129;p30"/>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30"/>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30"/>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32" name="Google Shape;132;p30"/>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3"/>
        <p:cNvGrpSpPr/>
        <p:nvPr/>
      </p:nvGrpSpPr>
      <p:grpSpPr>
        <a:xfrm>
          <a:off x="0" y="0"/>
          <a:ext cx="0" cy="0"/>
          <a:chOff x="0" y="0"/>
          <a:chExt cx="0" cy="0"/>
        </a:xfrm>
      </p:grpSpPr>
      <p:sp>
        <p:nvSpPr>
          <p:cNvPr id="134" name="Google Shape;134;p31"/>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31"/>
          <p:cNvSpPr txBox="1">
            <a:spLocks noGrp="1"/>
          </p:cNvSpPr>
          <p:nvPr>
            <p:ph type="body" idx="1"/>
          </p:nvPr>
        </p:nvSpPr>
        <p:spPr>
          <a:xfrm rot="5400000">
            <a:off x="4436531" y="-584198"/>
            <a:ext cx="3318936" cy="9601196"/>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36" name="Google Shape;136;p3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3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3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39" name="Google Shape;139;p31"/>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0"/>
        <p:cNvGrpSpPr/>
        <p:nvPr/>
      </p:nvGrpSpPr>
      <p:grpSpPr>
        <a:xfrm>
          <a:off x="0" y="0"/>
          <a:ext cx="0" cy="0"/>
          <a:chOff x="0" y="0"/>
          <a:chExt cx="0" cy="0"/>
        </a:xfrm>
      </p:grpSpPr>
      <p:sp>
        <p:nvSpPr>
          <p:cNvPr id="141" name="Google Shape;141;p32"/>
          <p:cNvSpPr txBox="1">
            <a:spLocks noGrp="1"/>
          </p:cNvSpPr>
          <p:nvPr>
            <p:ph type="title"/>
          </p:nvPr>
        </p:nvSpPr>
        <p:spPr>
          <a:xfrm rot="5400000">
            <a:off x="7497936" y="2483551"/>
            <a:ext cx="4893735" cy="18908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32"/>
          <p:cNvSpPr txBox="1">
            <a:spLocks noGrp="1"/>
          </p:cNvSpPr>
          <p:nvPr>
            <p:ph type="body" idx="1"/>
          </p:nvPr>
        </p:nvSpPr>
        <p:spPr>
          <a:xfrm rot="5400000">
            <a:off x="2565043" y="-287514"/>
            <a:ext cx="4893734" cy="743302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4" algn="l">
              <a:spcBef>
                <a:spcPts val="600"/>
              </a:spcBef>
              <a:spcAft>
                <a:spcPts val="0"/>
              </a:spcAft>
              <a:buSzPts val="2070"/>
              <a:buChar char="•"/>
              <a:defRPr/>
            </a:lvl2pPr>
            <a:lvl3pPr marL="1371600" lvl="2" indent="-360044" algn="l">
              <a:spcBef>
                <a:spcPts val="600"/>
              </a:spcBef>
              <a:spcAft>
                <a:spcPts val="0"/>
              </a:spcAft>
              <a:buSzPts val="2070"/>
              <a:buChar char="•"/>
              <a:defRPr/>
            </a:lvl3pPr>
            <a:lvl4pPr marL="1828800" lvl="3" indent="-360044"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43" name="Google Shape;143;p32"/>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32"/>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32"/>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46" name="Google Shape;146;p32"/>
          <p:cNvCxnSpPr/>
          <p:nvPr/>
        </p:nvCxnSpPr>
        <p:spPr>
          <a:xfrm>
            <a:off x="8863890" y="990600"/>
            <a:ext cx="0" cy="487680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5"/>
        <p:cNvGrpSpPr/>
        <p:nvPr/>
      </p:nvGrpSpPr>
      <p:grpSpPr>
        <a:xfrm>
          <a:off x="0" y="0"/>
          <a:ext cx="0" cy="0"/>
          <a:chOff x="0" y="0"/>
          <a:chExt cx="0" cy="0"/>
        </a:xfrm>
      </p:grpSpPr>
      <p:grpSp>
        <p:nvGrpSpPr>
          <p:cNvPr id="6" name="Google Shape;6;p15"/>
          <p:cNvGrpSpPr/>
          <p:nvPr/>
        </p:nvGrpSpPr>
        <p:grpSpPr>
          <a:xfrm>
            <a:off x="-15736" y="0"/>
            <a:ext cx="12229962" cy="6856214"/>
            <a:chOff x="-15736" y="0"/>
            <a:chExt cx="12229962" cy="6856214"/>
          </a:xfrm>
        </p:grpSpPr>
        <p:pic>
          <p:nvPicPr>
            <p:cNvPr id="7" name="Google Shape;7;p15" descr="HD-PanelContent.png"/>
            <p:cNvPicPr preferRelativeResize="0"/>
            <p:nvPr/>
          </p:nvPicPr>
          <p:blipFill rotWithShape="1">
            <a:blip r:embed="rId20">
              <a:alphaModFix/>
            </a:blip>
            <a:srcRect/>
            <a:stretch/>
          </p:blipFill>
          <p:spPr>
            <a:xfrm>
              <a:off x="0" y="0"/>
              <a:ext cx="12188825" cy="6856214"/>
            </a:xfrm>
            <a:prstGeom prst="rect">
              <a:avLst/>
            </a:prstGeom>
            <a:noFill/>
            <a:ln>
              <a:noFill/>
            </a:ln>
          </p:spPr>
        </p:pic>
        <p:sp>
          <p:nvSpPr>
            <p:cNvPr id="8" name="Google Shape;8;p15"/>
            <p:cNvSpPr/>
            <p:nvPr/>
          </p:nvSpPr>
          <p:spPr>
            <a:xfrm>
              <a:off x="608012" y="609600"/>
              <a:ext cx="10972800" cy="5638800"/>
            </a:xfrm>
            <a:prstGeom prst="rect">
              <a:avLst/>
            </a:prstGeom>
            <a:noFill/>
            <a:ln w="15875"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9;p15" descr="HDRibbonContent-UniformTrim.png"/>
            <p:cNvPicPr preferRelativeResize="0"/>
            <p:nvPr/>
          </p:nvPicPr>
          <p:blipFill rotWithShape="1">
            <a:blip r:embed="rId21">
              <a:alphaModFix/>
            </a:blip>
            <a:srcRect/>
            <a:stretch/>
          </p:blipFill>
          <p:spPr>
            <a:xfrm>
              <a:off x="-15736" y="3153832"/>
              <a:ext cx="777240" cy="606425"/>
            </a:xfrm>
            <a:prstGeom prst="rect">
              <a:avLst/>
            </a:prstGeom>
            <a:noFill/>
            <a:ln>
              <a:noFill/>
            </a:ln>
          </p:spPr>
        </p:pic>
        <p:pic>
          <p:nvPicPr>
            <p:cNvPr id="10" name="Google Shape;10;p15" descr="HDRibbonContent-UniformTrim.png"/>
            <p:cNvPicPr preferRelativeResize="0"/>
            <p:nvPr/>
          </p:nvPicPr>
          <p:blipFill rotWithShape="1">
            <a:blip r:embed="rId21">
              <a:alphaModFix/>
            </a:blip>
            <a:srcRect/>
            <a:stretch/>
          </p:blipFill>
          <p:spPr>
            <a:xfrm>
              <a:off x="11436986" y="3153832"/>
              <a:ext cx="777240" cy="606425"/>
            </a:xfrm>
            <a:prstGeom prst="rect">
              <a:avLst/>
            </a:prstGeom>
            <a:noFill/>
            <a:ln>
              <a:noFill/>
            </a:ln>
          </p:spPr>
        </p:pic>
      </p:grpSp>
      <p:sp>
        <p:nvSpPr>
          <p:cNvPr id="11" name="Google Shape;11;p15"/>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rgbClr val="262626"/>
              </a:buClr>
              <a:buSzPts val="4400"/>
              <a:buFont typeface="Garamond"/>
              <a:buNone/>
              <a:defRPr sz="4400" b="0" i="0" u="none" strike="noStrike" cap="none">
                <a:solidFill>
                  <a:srgbClr val="262626"/>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2" name="Google Shape;12;p15"/>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marR="0" lvl="0" indent="-403860" algn="l" rtl="0">
              <a:spcBef>
                <a:spcPts val="480"/>
              </a:spcBef>
              <a:spcAft>
                <a:spcPts val="0"/>
              </a:spcAft>
              <a:buClr>
                <a:schemeClr val="accent1"/>
              </a:buClr>
              <a:buSzPts val="2760"/>
              <a:buFont typeface="Arial"/>
              <a:buChar char="•"/>
              <a:defRPr sz="2400" b="0" i="0" u="none" strike="noStrike" cap="none">
                <a:solidFill>
                  <a:srgbClr val="262626"/>
                </a:solidFill>
                <a:latin typeface="Garamond"/>
                <a:ea typeface="Garamond"/>
                <a:cs typeface="Garamond"/>
                <a:sym typeface="Garamond"/>
              </a:defRPr>
            </a:lvl1pPr>
            <a:lvl2pPr marL="914400" marR="0" lvl="1" indent="-374650" algn="l" rtl="0">
              <a:spcBef>
                <a:spcPts val="600"/>
              </a:spcBef>
              <a:spcAft>
                <a:spcPts val="0"/>
              </a:spcAft>
              <a:buClr>
                <a:schemeClr val="accent1"/>
              </a:buClr>
              <a:buSzPts val="2300"/>
              <a:buFont typeface="Arial"/>
              <a:buChar char="•"/>
              <a:defRPr sz="2000" b="0" i="0" u="none" strike="noStrike" cap="none">
                <a:solidFill>
                  <a:srgbClr val="262626"/>
                </a:solidFill>
                <a:latin typeface="Garamond"/>
                <a:ea typeface="Garamond"/>
                <a:cs typeface="Garamond"/>
                <a:sym typeface="Garamond"/>
              </a:defRPr>
            </a:lvl2pPr>
            <a:lvl3pPr marL="1371600" marR="0" lvl="2" indent="-360044" algn="l" rtl="0">
              <a:spcBef>
                <a:spcPts val="600"/>
              </a:spcBef>
              <a:spcAft>
                <a:spcPts val="0"/>
              </a:spcAft>
              <a:buClr>
                <a:schemeClr val="accent1"/>
              </a:buClr>
              <a:buSzPts val="2070"/>
              <a:buFont typeface="Arial"/>
              <a:buChar char="•"/>
              <a:defRPr sz="1800" b="0" i="0" u="none" strike="noStrike" cap="none">
                <a:solidFill>
                  <a:srgbClr val="262626"/>
                </a:solidFill>
                <a:latin typeface="Garamond"/>
                <a:ea typeface="Garamond"/>
                <a:cs typeface="Garamond"/>
                <a:sym typeface="Garamond"/>
              </a:defRPr>
            </a:lvl3pPr>
            <a:lvl4pPr marL="1828800" marR="0" lvl="3" indent="-345439" algn="l" rtl="0">
              <a:spcBef>
                <a:spcPts val="600"/>
              </a:spcBef>
              <a:spcAft>
                <a:spcPts val="0"/>
              </a:spcAft>
              <a:buClr>
                <a:schemeClr val="accent1"/>
              </a:buClr>
              <a:buSzPts val="1840"/>
              <a:buFont typeface="Arial"/>
              <a:buChar char="•"/>
              <a:defRPr sz="1600" b="0" i="0" u="none" strike="noStrike" cap="none">
                <a:solidFill>
                  <a:srgbClr val="262626"/>
                </a:solidFill>
                <a:latin typeface="Garamond"/>
                <a:ea typeface="Garamond"/>
                <a:cs typeface="Garamond"/>
                <a:sym typeface="Garamond"/>
              </a:defRPr>
            </a:lvl4pPr>
            <a:lvl5pPr marL="2286000" marR="0" lvl="4"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5pPr>
            <a:lvl6pPr marL="2743200" marR="0" lvl="5"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6pPr>
            <a:lvl7pPr marL="3200400" marR="0" lvl="6"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7pPr>
            <a:lvl8pPr marL="3657600" marR="0" lvl="7" indent="-330834"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8pPr>
            <a:lvl9pPr marL="4114800" marR="0" lvl="8" indent="-330834" algn="l" rtl="0">
              <a:spcBef>
                <a:spcPts val="600"/>
              </a:spcBef>
              <a:spcAft>
                <a:spcPts val="60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9pPr>
          </a:lstStyle>
          <a:p>
            <a:endParaRPr/>
          </a:p>
        </p:txBody>
      </p:sp>
      <p:sp>
        <p:nvSpPr>
          <p:cNvPr id="13" name="Google Shape;13;p1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4" name="Google Shape;14;p1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5" name="Google Shape;15;p1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dk1"/>
                </a:solidFill>
                <a:latin typeface="Garamond"/>
                <a:ea typeface="Garamond"/>
                <a:cs typeface="Garamond"/>
                <a:sym typeface="Garamond"/>
              </a:defRPr>
            </a:lvl1pPr>
            <a:lvl2pPr marL="0" marR="0" lvl="1" indent="0" algn="r" rtl="0">
              <a:spcBef>
                <a:spcPts val="0"/>
              </a:spcBef>
              <a:buNone/>
              <a:defRPr sz="1000" b="0" i="0" u="none" strike="noStrike" cap="none">
                <a:solidFill>
                  <a:schemeClr val="dk1"/>
                </a:solidFill>
                <a:latin typeface="Garamond"/>
                <a:ea typeface="Garamond"/>
                <a:cs typeface="Garamond"/>
                <a:sym typeface="Garamond"/>
              </a:defRPr>
            </a:lvl2pPr>
            <a:lvl3pPr marL="0" marR="0" lvl="2" indent="0" algn="r" rtl="0">
              <a:spcBef>
                <a:spcPts val="0"/>
              </a:spcBef>
              <a:buNone/>
              <a:defRPr sz="1000" b="0" i="0" u="none" strike="noStrike" cap="none">
                <a:solidFill>
                  <a:schemeClr val="dk1"/>
                </a:solidFill>
                <a:latin typeface="Garamond"/>
                <a:ea typeface="Garamond"/>
                <a:cs typeface="Garamond"/>
                <a:sym typeface="Garamond"/>
              </a:defRPr>
            </a:lvl3pPr>
            <a:lvl4pPr marL="0" marR="0" lvl="3" indent="0" algn="r" rtl="0">
              <a:spcBef>
                <a:spcPts val="0"/>
              </a:spcBef>
              <a:buNone/>
              <a:defRPr sz="1000" b="0" i="0" u="none" strike="noStrike" cap="none">
                <a:solidFill>
                  <a:schemeClr val="dk1"/>
                </a:solidFill>
                <a:latin typeface="Garamond"/>
                <a:ea typeface="Garamond"/>
                <a:cs typeface="Garamond"/>
                <a:sym typeface="Garamond"/>
              </a:defRPr>
            </a:lvl4pPr>
            <a:lvl5pPr marL="0" marR="0" lvl="4" indent="0" algn="r" rtl="0">
              <a:spcBef>
                <a:spcPts val="0"/>
              </a:spcBef>
              <a:buNone/>
              <a:defRPr sz="1000" b="0" i="0" u="none" strike="noStrike" cap="none">
                <a:solidFill>
                  <a:schemeClr val="dk1"/>
                </a:solidFill>
                <a:latin typeface="Garamond"/>
                <a:ea typeface="Garamond"/>
                <a:cs typeface="Garamond"/>
                <a:sym typeface="Garamond"/>
              </a:defRPr>
            </a:lvl5pPr>
            <a:lvl6pPr marL="0" marR="0" lvl="5" indent="0" algn="r" rtl="0">
              <a:spcBef>
                <a:spcPts val="0"/>
              </a:spcBef>
              <a:buNone/>
              <a:defRPr sz="1000" b="0" i="0" u="none" strike="noStrike" cap="none">
                <a:solidFill>
                  <a:schemeClr val="dk1"/>
                </a:solidFill>
                <a:latin typeface="Garamond"/>
                <a:ea typeface="Garamond"/>
                <a:cs typeface="Garamond"/>
                <a:sym typeface="Garamond"/>
              </a:defRPr>
            </a:lvl6pPr>
            <a:lvl7pPr marL="0" marR="0" lvl="6" indent="0" algn="r" rtl="0">
              <a:spcBef>
                <a:spcPts val="0"/>
              </a:spcBef>
              <a:buNone/>
              <a:defRPr sz="1000" b="0" i="0" u="none" strike="noStrike" cap="none">
                <a:solidFill>
                  <a:schemeClr val="dk1"/>
                </a:solidFill>
                <a:latin typeface="Garamond"/>
                <a:ea typeface="Garamond"/>
                <a:cs typeface="Garamond"/>
                <a:sym typeface="Garamond"/>
              </a:defRPr>
            </a:lvl7pPr>
            <a:lvl8pPr marL="0" marR="0" lvl="7" indent="0" algn="r" rtl="0">
              <a:spcBef>
                <a:spcPts val="0"/>
              </a:spcBef>
              <a:buNone/>
              <a:defRPr sz="1000" b="0" i="0" u="none" strike="noStrike" cap="none">
                <a:solidFill>
                  <a:schemeClr val="dk1"/>
                </a:solidFill>
                <a:latin typeface="Garamond"/>
                <a:ea typeface="Garamond"/>
                <a:cs typeface="Garamond"/>
                <a:sym typeface="Garamond"/>
              </a:defRPr>
            </a:lvl8pPr>
            <a:lvl9pPr marL="0" marR="0" lvl="8" indent="0" algn="r" rtl="0">
              <a:spcBef>
                <a:spcPts val="0"/>
              </a:spcBef>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
          <p:cNvSpPr txBox="1">
            <a:spLocks noGrp="1"/>
          </p:cNvSpPr>
          <p:nvPr>
            <p:ph type="ctrTitle"/>
          </p:nvPr>
        </p:nvSpPr>
        <p:spPr>
          <a:xfrm>
            <a:off x="2692398" y="1871131"/>
            <a:ext cx="6815669" cy="151553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rgbClr val="262626"/>
              </a:buClr>
              <a:buSzPts val="5400"/>
              <a:buFont typeface="Garamond"/>
              <a:buNone/>
            </a:pPr>
            <a:r>
              <a:rPr lang="en-US"/>
              <a:t>Notice, Circular, Agenda and Minutes</a:t>
            </a:r>
            <a:endParaRPr/>
          </a:p>
        </p:txBody>
      </p:sp>
      <p:sp>
        <p:nvSpPr>
          <p:cNvPr id="152" name="Google Shape;152;p1"/>
          <p:cNvSpPr txBox="1">
            <a:spLocks noGrp="1"/>
          </p:cNvSpPr>
          <p:nvPr>
            <p:ph type="subTitle" idx="1"/>
          </p:nvPr>
        </p:nvSpPr>
        <p:spPr>
          <a:xfrm>
            <a:off x="2692398" y="3657597"/>
            <a:ext cx="6815669" cy="1320802"/>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2415"/>
              <a:buNone/>
            </a:pPr>
            <a:r>
              <a:rPr lang="en-US"/>
              <a:t>Module-4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endParaRPr lang="en-IN" dirty="0"/>
          </a:p>
        </p:txBody>
      </p:sp>
      <p:sp>
        <p:nvSpPr>
          <p:cNvPr id="3" name="Text Placeholder 2"/>
          <p:cNvSpPr>
            <a:spLocks noGrp="1"/>
          </p:cNvSpPr>
          <p:nvPr>
            <p:ph type="body" idx="1"/>
          </p:nvPr>
        </p:nvSpPr>
        <p:spPr>
          <a:xfrm>
            <a:off x="983432" y="2420888"/>
            <a:ext cx="10441159" cy="3744416"/>
          </a:xfrm>
        </p:spPr>
        <p:txBody>
          <a:bodyPr>
            <a:normAutofit/>
          </a:bodyPr>
          <a:lstStyle/>
          <a:p>
            <a:pPr algn="just"/>
            <a:r>
              <a:rPr lang="en-US" dirty="0"/>
              <a:t>Written communication within an </a:t>
            </a:r>
            <a:r>
              <a:rPr lang="en-US" dirty="0" err="1"/>
              <a:t>organisation</a:t>
            </a:r>
            <a:r>
              <a:rPr lang="en-US" dirty="0"/>
              <a:t> should be drafted with utmost care.</a:t>
            </a:r>
          </a:p>
          <a:p>
            <a:pPr algn="just"/>
            <a:r>
              <a:rPr lang="en-US" dirty="0"/>
              <a:t>Intra- or inter-departmental written communication can be in the form of circulars or notices that are either circulated to all employees or displayed on a board for all to read. </a:t>
            </a:r>
          </a:p>
          <a:p>
            <a:pPr algn="just"/>
            <a:r>
              <a:rPr lang="en-US" dirty="0"/>
              <a:t>Communication within </a:t>
            </a:r>
            <a:r>
              <a:rPr lang="en-US" dirty="0" err="1"/>
              <a:t>organisations</a:t>
            </a:r>
            <a:r>
              <a:rPr lang="en-US" dirty="0"/>
              <a:t> can also be in the form of meetings that need to be properly planned.</a:t>
            </a:r>
          </a:p>
          <a:p>
            <a:pPr algn="just"/>
            <a:r>
              <a:rPr lang="en-US" dirty="0"/>
              <a:t>For this, it becomes imperative for the agenda to be properly drawn up and the minutes of the meeting to be prepared early for maximum benefit to all concerned.</a:t>
            </a:r>
            <a:endParaRPr lang="en-IN" dirty="0"/>
          </a:p>
        </p:txBody>
      </p:sp>
    </p:spTree>
    <p:extLst>
      <p:ext uri="{BB962C8B-B14F-4D97-AF65-F5344CB8AC3E}">
        <p14:creationId xmlns:p14="http://schemas.microsoft.com/office/powerpoint/2010/main" val="2736756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r>
              <a:rPr lang="en-US"/>
              <a:t>Notice</a:t>
            </a:r>
            <a:endParaRPr/>
          </a:p>
        </p:txBody>
      </p:sp>
      <p:sp>
        <p:nvSpPr>
          <p:cNvPr id="158" name="Google Shape;158;p2"/>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Autofit/>
          </a:bodyPr>
          <a:lstStyle/>
          <a:p>
            <a:r>
              <a:rPr lang="en-IN" sz="2400" dirty="0"/>
              <a:t>A </a:t>
            </a:r>
            <a:r>
              <a:rPr lang="en-IN" sz="2400" b="1" dirty="0"/>
              <a:t>notice</a:t>
            </a:r>
            <a:r>
              <a:rPr lang="en-IN" sz="2400" dirty="0"/>
              <a:t> is a </a:t>
            </a:r>
            <a:r>
              <a:rPr lang="en-IN" sz="2400" b="1" dirty="0"/>
              <a:t>short, formal message</a:t>
            </a:r>
            <a:r>
              <a:rPr lang="en-IN" sz="2400" dirty="0"/>
              <a:t> used to give </a:t>
            </a:r>
            <a:r>
              <a:rPr lang="en-IN" sz="2400" b="1" dirty="0"/>
              <a:t>important information to a group of people</a:t>
            </a:r>
            <a:r>
              <a:rPr lang="en-IN" sz="2400" dirty="0"/>
              <a:t>.</a:t>
            </a:r>
          </a:p>
          <a:p>
            <a:r>
              <a:rPr lang="en-IN" sz="2400" dirty="0"/>
              <a:t>It:</a:t>
            </a:r>
          </a:p>
          <a:p>
            <a:pPr marL="97155" indent="0">
              <a:buNone/>
            </a:pPr>
            <a:r>
              <a:rPr lang="en-IN" sz="2400" dirty="0"/>
              <a:t>         informs people about events, rules, or announcements </a:t>
            </a:r>
          </a:p>
          <a:p>
            <a:pPr marL="97155" indent="0">
              <a:buNone/>
            </a:pPr>
            <a:r>
              <a:rPr lang="en-IN" sz="2400" dirty="0"/>
              <a:t>         is usually displayed on notice boards or shared officially </a:t>
            </a:r>
          </a:p>
          <a:p>
            <a:pPr marL="97155" indent="0">
              <a:buNone/>
            </a:pPr>
            <a:r>
              <a:rPr lang="en-IN" dirty="0"/>
              <a:t>         </a:t>
            </a:r>
            <a:r>
              <a:rPr lang="en-IN" sz="2400" dirty="0"/>
              <a:t>is clear and brief </a:t>
            </a:r>
          </a:p>
          <a:p>
            <a:r>
              <a:rPr lang="en-IN" sz="2400" b="1" dirty="0"/>
              <a:t>In short:</a:t>
            </a:r>
            <a:r>
              <a:rPr lang="en-IN" sz="2400" dirty="0"/>
              <a:t> a notice is a </a:t>
            </a:r>
            <a:r>
              <a:rPr lang="en-IN" sz="2400" b="1" dirty="0"/>
              <a:t>formal way to inform many people about something important.</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
          <p:cNvSpPr txBox="1">
            <a:spLocks noGrp="1"/>
          </p:cNvSpPr>
          <p:nvPr>
            <p:ph type="title"/>
          </p:nvPr>
        </p:nvSpPr>
        <p:spPr>
          <a:xfrm>
            <a:off x="1295402" y="982132"/>
            <a:ext cx="9601196" cy="34170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US"/>
              <a:t>Notice</a:t>
            </a:r>
            <a:endParaRPr/>
          </a:p>
        </p:txBody>
      </p:sp>
      <p:pic>
        <p:nvPicPr>
          <p:cNvPr id="164" name="Google Shape;164;p3"/>
          <p:cNvPicPr preferRelativeResize="0">
            <a:picLocks noGrp="1"/>
          </p:cNvPicPr>
          <p:nvPr>
            <p:ph type="body" idx="1"/>
          </p:nvPr>
        </p:nvPicPr>
        <p:blipFill rotWithShape="1">
          <a:blip r:embed="rId3">
            <a:alphaModFix/>
          </a:blip>
          <a:srcRect/>
          <a:stretch/>
        </p:blipFill>
        <p:spPr>
          <a:xfrm>
            <a:off x="1071353" y="1705971"/>
            <a:ext cx="9983334" cy="416936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4"/>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r>
              <a:rPr lang="en-US"/>
              <a:t>Circular</a:t>
            </a:r>
            <a:endParaRPr/>
          </a:p>
        </p:txBody>
      </p:sp>
      <p:sp>
        <p:nvSpPr>
          <p:cNvPr id="170" name="Google Shape;170;p4"/>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p>
            <a:pPr marL="285750" lvl="0" indent="-292100" algn="just" rtl="0">
              <a:spcBef>
                <a:spcPts val="0"/>
              </a:spcBef>
              <a:spcAft>
                <a:spcPts val="0"/>
              </a:spcAft>
              <a:buSzPts val="4600"/>
              <a:buChar char="•"/>
            </a:pPr>
            <a:r>
              <a:rPr lang="en-US" sz="4000"/>
              <a:t>A formal communication to communicate some message to a large number of customers, people concerned in an organization, and suppliers.</a:t>
            </a:r>
            <a:endParaRPr/>
          </a:p>
          <a:p>
            <a:pPr marL="285750" lvl="0" indent="-110490" algn="l" rtl="0">
              <a:spcBef>
                <a:spcPts val="1080"/>
              </a:spcBef>
              <a:spcAft>
                <a:spcPts val="0"/>
              </a:spcAft>
              <a:buSzPts val="276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5"/>
          <p:cNvSpPr txBox="1">
            <a:spLocks noGrp="1"/>
          </p:cNvSpPr>
          <p:nvPr>
            <p:ph type="title"/>
          </p:nvPr>
        </p:nvSpPr>
        <p:spPr>
          <a:xfrm>
            <a:off x="1295402" y="982133"/>
            <a:ext cx="9601196" cy="30075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US"/>
              <a:t>Circular</a:t>
            </a:r>
            <a:endParaRPr/>
          </a:p>
        </p:txBody>
      </p:sp>
      <p:sp>
        <p:nvSpPr>
          <p:cNvPr id="176" name="Google Shape;176;p5"/>
          <p:cNvSpPr txBox="1">
            <a:spLocks noGrp="1"/>
          </p:cNvSpPr>
          <p:nvPr>
            <p:ph type="body" idx="1"/>
          </p:nvPr>
        </p:nvSpPr>
        <p:spPr>
          <a:xfrm>
            <a:off x="1295401" y="1569493"/>
            <a:ext cx="9601196" cy="430637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2760"/>
              <a:buNone/>
            </a:pPr>
            <a:r>
              <a:rPr lang="en-US"/>
              <a:t>                                                   </a:t>
            </a:r>
            <a:r>
              <a:rPr lang="en-US" sz="2000"/>
              <a:t>Malibu Industries</a:t>
            </a:r>
            <a:endParaRPr/>
          </a:p>
          <a:p>
            <a:pPr marL="0" lvl="0" indent="0" algn="l" rtl="0">
              <a:spcBef>
                <a:spcPts val="1000"/>
              </a:spcBef>
              <a:spcAft>
                <a:spcPts val="0"/>
              </a:spcAft>
              <a:buSzPts val="2300"/>
              <a:buNone/>
            </a:pPr>
            <a:r>
              <a:rPr lang="en-US" sz="2000"/>
              <a:t>                                                            Bijwasan, New Delhi</a:t>
            </a:r>
            <a:endParaRPr/>
          </a:p>
          <a:p>
            <a:pPr marL="0" lvl="0" indent="0" algn="l" rtl="0">
              <a:spcBef>
                <a:spcPts val="1000"/>
              </a:spcBef>
              <a:spcAft>
                <a:spcPts val="0"/>
              </a:spcAft>
              <a:buSzPts val="2300"/>
              <a:buNone/>
            </a:pPr>
            <a:r>
              <a:rPr lang="en-US" sz="2000"/>
              <a:t>                                                                                                Dated: 30 oct 2014</a:t>
            </a:r>
            <a:endParaRPr/>
          </a:p>
          <a:p>
            <a:pPr marL="0" lvl="0" indent="0" algn="l" rtl="0">
              <a:spcBef>
                <a:spcPts val="1000"/>
              </a:spcBef>
              <a:spcAft>
                <a:spcPts val="0"/>
              </a:spcAft>
              <a:buSzPts val="2300"/>
              <a:buNone/>
            </a:pPr>
            <a:r>
              <a:rPr lang="en-US" sz="2000"/>
              <a:t>                                             Circular No.423/56</a:t>
            </a:r>
            <a:endParaRPr/>
          </a:p>
          <a:p>
            <a:pPr marL="0" lvl="0" indent="0" algn="just" rtl="0">
              <a:spcBef>
                <a:spcPts val="1000"/>
              </a:spcBef>
              <a:spcAft>
                <a:spcPts val="0"/>
              </a:spcAft>
              <a:buSzPts val="2300"/>
              <a:buNone/>
            </a:pPr>
            <a:r>
              <a:rPr lang="en-US" sz="2000"/>
              <a:t>The wives of five Kargil martyrs would be visiting the organization on November 2, 2014 to familiarize us their problems and grievances. Hence, employees are requested to be present and to extend their cooperation for this noble cause.</a:t>
            </a:r>
            <a:endParaRPr/>
          </a:p>
          <a:p>
            <a:pPr marL="0" lvl="0" indent="0" algn="just" rtl="0">
              <a:spcBef>
                <a:spcPts val="1000"/>
              </a:spcBef>
              <a:spcAft>
                <a:spcPts val="0"/>
              </a:spcAft>
              <a:buSzPts val="2300"/>
              <a:buNone/>
            </a:pPr>
            <a:r>
              <a:rPr lang="en-US" sz="2000"/>
              <a:t>                                                                                                                                   Sd/-</a:t>
            </a:r>
            <a:endParaRPr/>
          </a:p>
          <a:p>
            <a:pPr marL="0" lvl="0" indent="0" algn="just" rtl="0">
              <a:spcBef>
                <a:spcPts val="1000"/>
              </a:spcBef>
              <a:spcAft>
                <a:spcPts val="0"/>
              </a:spcAft>
              <a:buSzPts val="2300"/>
              <a:buNone/>
            </a:pPr>
            <a:r>
              <a:rPr lang="en-US" sz="2000"/>
              <a:t>                                                                                                                        Mahesh Gidwani</a:t>
            </a:r>
            <a:endParaRPr sz="2000"/>
          </a:p>
          <a:p>
            <a:pPr marL="0" lvl="0" indent="0" algn="just" rtl="0">
              <a:spcBef>
                <a:spcPts val="1000"/>
              </a:spcBef>
              <a:spcAft>
                <a:spcPts val="0"/>
              </a:spcAft>
              <a:buSzPts val="2300"/>
              <a:buNone/>
            </a:pPr>
            <a:r>
              <a:rPr lang="en-US" sz="2000"/>
              <a:t>                                                                                                                               Manager</a:t>
            </a:r>
            <a:endParaRPr/>
          </a:p>
          <a:p>
            <a:pPr marL="0" lvl="0" indent="0" algn="just" rtl="0">
              <a:spcBef>
                <a:spcPts val="1080"/>
              </a:spcBef>
              <a:spcAft>
                <a:spcPts val="0"/>
              </a:spcAft>
              <a:buSzPts val="2760"/>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6"/>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r>
              <a:rPr lang="en-US"/>
              <a:t>Difference between Notice and circular</a:t>
            </a:r>
            <a:endParaRPr/>
          </a:p>
        </p:txBody>
      </p:sp>
      <p:sp>
        <p:nvSpPr>
          <p:cNvPr id="182" name="Google Shape;182;p6"/>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p>
            <a:pPr marL="285750" lvl="0" indent="-285750" algn="l" rtl="0">
              <a:spcBef>
                <a:spcPts val="0"/>
              </a:spcBef>
              <a:spcAft>
                <a:spcPts val="0"/>
              </a:spcAft>
              <a:buSzPts val="2760"/>
              <a:buChar char="•"/>
            </a:pPr>
            <a:r>
              <a:rPr lang="en-US" dirty="0"/>
              <a:t>Very few copies of a notice (possibly only one), thousands of copies of a circular are printed</a:t>
            </a:r>
            <a:endParaRPr dirty="0"/>
          </a:p>
          <a:p>
            <a:pPr marL="285750" lvl="0" indent="-285750" algn="l" rtl="0">
              <a:spcBef>
                <a:spcPts val="1080"/>
              </a:spcBef>
              <a:spcAft>
                <a:spcPts val="0"/>
              </a:spcAft>
              <a:buSzPts val="2760"/>
              <a:buChar char="•"/>
            </a:pPr>
            <a:r>
              <a:rPr lang="en-US" dirty="0"/>
              <a:t> A notice is usually posted on a wall or similar fixed structure, a circular is designed to be distributed in various locations, or mailed</a:t>
            </a:r>
            <a:endParaRPr dirty="0"/>
          </a:p>
          <a:p>
            <a:pPr marL="285750" lvl="0" indent="-285750" algn="l" rtl="0">
              <a:spcBef>
                <a:spcPts val="1080"/>
              </a:spcBef>
              <a:spcAft>
                <a:spcPts val="0"/>
              </a:spcAft>
              <a:buSzPts val="2760"/>
              <a:buChar char="•"/>
            </a:pPr>
            <a:r>
              <a:rPr lang="en-US" dirty="0"/>
              <a:t> A notice is generally intended to be read by many people; each circular is likely to be read by one person</a:t>
            </a:r>
            <a:endParaRPr dirty="0"/>
          </a:p>
          <a:p>
            <a:pPr marL="285750" lvl="0" indent="-110490" algn="l" rtl="0">
              <a:spcBef>
                <a:spcPts val="1080"/>
              </a:spcBef>
              <a:spcAft>
                <a:spcPts val="0"/>
              </a:spcAft>
              <a:buSzPts val="276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7"/>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r>
              <a:rPr lang="en-US"/>
              <a:t>Continue…</a:t>
            </a:r>
            <a:endParaRPr/>
          </a:p>
        </p:txBody>
      </p:sp>
      <p:sp>
        <p:nvSpPr>
          <p:cNvPr id="188" name="Google Shape;188;p7"/>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2760"/>
              <a:buChar char="•"/>
            </a:pPr>
            <a:r>
              <a:rPr lang="en-US"/>
              <a:t> A circular goes to people, but people come to a notice.</a:t>
            </a:r>
            <a:endParaRPr/>
          </a:p>
          <a:p>
            <a:pPr marL="285750" lvl="0" indent="-285750" algn="just" rtl="0">
              <a:spcBef>
                <a:spcPts val="1080"/>
              </a:spcBef>
              <a:spcAft>
                <a:spcPts val="0"/>
              </a:spcAft>
              <a:buSzPts val="2760"/>
              <a:buChar char="•"/>
            </a:pPr>
            <a:r>
              <a:rPr lang="en-US"/>
              <a:t>Since a notice is designed to be read by groups of people, it is likely to be printed in a larger typeface so that it can be read at a distance; a circular can be printed in small type, since it will be hand! held by individuals.</a:t>
            </a:r>
            <a:endParaRPr/>
          </a:p>
          <a:p>
            <a:pPr marL="285750" lvl="0" indent="-285750" algn="just" rtl="0">
              <a:spcBef>
                <a:spcPts val="1080"/>
              </a:spcBef>
              <a:spcAft>
                <a:spcPts val="0"/>
              </a:spcAft>
              <a:buSzPts val="2760"/>
              <a:buChar char="•"/>
            </a:pPr>
            <a:r>
              <a:rPr lang="en-US"/>
              <a:t>A notice is more likely to have legal standing than a circular, since it is difficult to prove that circulars have reached their target audience, while a notice that is prominently posted may be assumed to have been read by the public.</a:t>
            </a:r>
            <a:endParaRPr/>
          </a:p>
          <a:p>
            <a:pPr marL="285750" lvl="0" indent="-110490" algn="l" rtl="0">
              <a:spcBef>
                <a:spcPts val="1080"/>
              </a:spcBef>
              <a:spcAft>
                <a:spcPts val="0"/>
              </a:spcAft>
              <a:buSzPts val="276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8"/>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r>
              <a:rPr lang="en-US"/>
              <a:t>Agenda</a:t>
            </a:r>
            <a:endParaRPr/>
          </a:p>
        </p:txBody>
      </p:sp>
      <p:sp>
        <p:nvSpPr>
          <p:cNvPr id="194" name="Google Shape;194;p8"/>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3220"/>
              <a:buChar char="•"/>
            </a:pPr>
            <a:r>
              <a:rPr lang="en-US" sz="2800" dirty="0"/>
              <a:t>Agenda is a document that outlines the contents of a forthcoming meeting. It is usually sent along with the notice of the meeting. Basically agenda is a statement of business or assignment to be discussed in the meeting on which minutes and decisions are taken thereafter.</a:t>
            </a:r>
            <a:endParaRPr dirty="0"/>
          </a:p>
          <a:p>
            <a:pPr marL="285750" lvl="0" indent="-285750" algn="just" rtl="0">
              <a:spcBef>
                <a:spcPts val="1160"/>
              </a:spcBef>
              <a:spcAft>
                <a:spcPts val="0"/>
              </a:spcAft>
              <a:buSzPts val="3220"/>
              <a:buChar char="•"/>
            </a:pPr>
            <a:r>
              <a:rPr lang="en-US" sz="2800" dirty="0"/>
              <a:t>Agenda should be specific and clear to all authorized person. </a:t>
            </a:r>
            <a:endParaRPr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9"/>
          <p:cNvSpPr txBox="1">
            <a:spLocks noGrp="1"/>
          </p:cNvSpPr>
          <p:nvPr>
            <p:ph type="title"/>
          </p:nvPr>
        </p:nvSpPr>
        <p:spPr>
          <a:xfrm>
            <a:off x="1295402" y="982132"/>
            <a:ext cx="9601196" cy="34170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r>
              <a:rPr lang="en-US"/>
              <a:t>Agenda</a:t>
            </a:r>
            <a:endParaRPr/>
          </a:p>
        </p:txBody>
      </p:sp>
      <p:pic>
        <p:nvPicPr>
          <p:cNvPr id="200" name="Google Shape;200;p9"/>
          <p:cNvPicPr preferRelativeResize="0">
            <a:picLocks noGrp="1"/>
          </p:cNvPicPr>
          <p:nvPr>
            <p:ph type="body" idx="1"/>
          </p:nvPr>
        </p:nvPicPr>
        <p:blipFill rotWithShape="1">
          <a:blip r:embed="rId3">
            <a:alphaModFix/>
          </a:blip>
          <a:srcRect/>
          <a:stretch/>
        </p:blipFill>
        <p:spPr>
          <a:xfrm>
            <a:off x="1295402" y="1733267"/>
            <a:ext cx="9601196" cy="41420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0"/>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r>
              <a:rPr lang="en-US"/>
              <a:t>Minutes</a:t>
            </a:r>
            <a:endParaRPr/>
          </a:p>
        </p:txBody>
      </p:sp>
      <p:sp>
        <p:nvSpPr>
          <p:cNvPr id="206" name="Google Shape;206;p10"/>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p>
            <a:pPr marL="285750" lvl="0" indent="-285750" algn="just" rtl="0">
              <a:spcBef>
                <a:spcPts val="0"/>
              </a:spcBef>
              <a:spcAft>
                <a:spcPts val="0"/>
              </a:spcAft>
              <a:buSzPts val="2760"/>
              <a:buChar char="•"/>
            </a:pPr>
            <a:r>
              <a:rPr lang="en-US"/>
              <a:t>Minutes are the official record of the proceedings or a meeting. It usually show a concise and accurate record of decisions and resolutions.</a:t>
            </a:r>
            <a:endParaRPr/>
          </a:p>
          <a:p>
            <a:pPr marL="285750" lvl="0" indent="-285750" algn="just" rtl="0">
              <a:spcBef>
                <a:spcPts val="1080"/>
              </a:spcBef>
              <a:spcAft>
                <a:spcPts val="0"/>
              </a:spcAft>
              <a:buSzPts val="2760"/>
              <a:buChar char="•"/>
            </a:pPr>
            <a:r>
              <a:rPr lang="en-US"/>
              <a:t>Minutes is a chronological written statement of resolutions taken in meeting. It is taken on the elaborate discussion of the agenda.</a:t>
            </a:r>
            <a:endParaRPr/>
          </a:p>
          <a:p>
            <a:pPr marL="285750" lvl="0" indent="-285750" algn="just" rtl="0">
              <a:spcBef>
                <a:spcPts val="1080"/>
              </a:spcBef>
              <a:spcAft>
                <a:spcPts val="0"/>
              </a:spcAft>
              <a:buSzPts val="2760"/>
              <a:buChar char="•"/>
            </a:pPr>
            <a:r>
              <a:rPr lang="en-US"/>
              <a:t>It is a list of actions and resolutions adopted after detailed discussion of persons attended in the meeting, preserved it for decision making and policy implementation.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1"/>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r>
              <a:rPr lang="en-US"/>
              <a:t>What needs to be included?</a:t>
            </a:r>
            <a:endParaRPr/>
          </a:p>
        </p:txBody>
      </p:sp>
      <p:sp>
        <p:nvSpPr>
          <p:cNvPr id="212" name="Google Shape;212;p11"/>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fontScale="92500"/>
          </a:bodyPr>
          <a:lstStyle/>
          <a:p>
            <a:pPr marL="285750" lvl="0" indent="-285750" algn="l" rtl="0">
              <a:spcBef>
                <a:spcPts val="0"/>
              </a:spcBef>
              <a:spcAft>
                <a:spcPts val="0"/>
              </a:spcAft>
              <a:buSzPct val="115000"/>
              <a:buChar char="•"/>
            </a:pPr>
            <a:r>
              <a:rPr lang="en-US"/>
              <a:t>Date, time and location of the meeting.</a:t>
            </a:r>
            <a:endParaRPr/>
          </a:p>
          <a:p>
            <a:pPr marL="285750" lvl="0" indent="-285750" algn="l" rtl="0">
              <a:spcBef>
                <a:spcPts val="1044"/>
              </a:spcBef>
              <a:spcAft>
                <a:spcPts val="0"/>
              </a:spcAft>
              <a:buSzPct val="115000"/>
              <a:buChar char="•"/>
            </a:pPr>
            <a:r>
              <a:rPr lang="en-US"/>
              <a:t>The purpose of the meeting.</a:t>
            </a:r>
            <a:endParaRPr/>
          </a:p>
          <a:p>
            <a:pPr marL="285750" lvl="0" indent="-285750" algn="l" rtl="0">
              <a:spcBef>
                <a:spcPts val="1044"/>
              </a:spcBef>
              <a:spcAft>
                <a:spcPts val="0"/>
              </a:spcAft>
              <a:buSzPct val="115000"/>
              <a:buChar char="•"/>
            </a:pPr>
            <a:r>
              <a:rPr lang="en-US"/>
              <a:t>Names of attendees and those who were unable to attend.</a:t>
            </a:r>
            <a:endParaRPr/>
          </a:p>
          <a:p>
            <a:pPr marL="285750" lvl="0" indent="-285750" algn="l" rtl="0">
              <a:spcBef>
                <a:spcPts val="1044"/>
              </a:spcBef>
              <a:spcAft>
                <a:spcPts val="0"/>
              </a:spcAft>
              <a:buSzPct val="115000"/>
              <a:buChar char="•"/>
            </a:pPr>
            <a:r>
              <a:rPr lang="en-US"/>
              <a:t>Agenda items.</a:t>
            </a:r>
            <a:endParaRPr/>
          </a:p>
          <a:p>
            <a:pPr marL="285750" lvl="0" indent="-285750" algn="l" rtl="0">
              <a:spcBef>
                <a:spcPts val="1044"/>
              </a:spcBef>
              <a:spcAft>
                <a:spcPts val="0"/>
              </a:spcAft>
              <a:buSzPct val="115000"/>
              <a:buChar char="•"/>
            </a:pPr>
            <a:r>
              <a:rPr lang="en-US"/>
              <a:t>Decisions that were made.</a:t>
            </a:r>
            <a:endParaRPr/>
          </a:p>
          <a:p>
            <a:pPr marL="285750" lvl="0" indent="-285750" algn="l" rtl="0">
              <a:spcBef>
                <a:spcPts val="1044"/>
              </a:spcBef>
              <a:spcAft>
                <a:spcPts val="0"/>
              </a:spcAft>
              <a:buSzPct val="115000"/>
              <a:buChar char="•"/>
            </a:pPr>
            <a:r>
              <a:rPr lang="en-US"/>
              <a:t>Actions that need to be done. Include the deadline and who it was assigned to.</a:t>
            </a:r>
            <a:endParaRPr/>
          </a:p>
          <a:p>
            <a:pPr marL="285750" lvl="0" indent="-285750" algn="l" rtl="0">
              <a:spcBef>
                <a:spcPts val="1044"/>
              </a:spcBef>
              <a:spcAft>
                <a:spcPts val="0"/>
              </a:spcAft>
              <a:buSzPct val="115000"/>
              <a:buChar char="•"/>
            </a:pPr>
            <a:r>
              <a:rPr lang="en-US"/>
              <a:t>Follow up meeting.</a:t>
            </a:r>
            <a:endParaRPr/>
          </a:p>
          <a:p>
            <a:pPr marL="285750" lvl="0" indent="-123634" algn="l" rtl="0">
              <a:spcBef>
                <a:spcPts val="1044"/>
              </a:spcBef>
              <a:spcAft>
                <a:spcPts val="0"/>
              </a:spcAft>
              <a:buSzPct val="1150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2"/>
          <p:cNvSpPr txBox="1">
            <a:spLocks noGrp="1"/>
          </p:cNvSpPr>
          <p:nvPr>
            <p:ph type="title"/>
          </p:nvPr>
        </p:nvSpPr>
        <p:spPr>
          <a:xfrm>
            <a:off x="1295402" y="982132"/>
            <a:ext cx="9601196" cy="109689"/>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262626"/>
              </a:buClr>
              <a:buSzPct val="100000"/>
              <a:buFont typeface="Garamond"/>
              <a:buNone/>
            </a:pPr>
            <a:endParaRPr/>
          </a:p>
        </p:txBody>
      </p:sp>
      <p:pic>
        <p:nvPicPr>
          <p:cNvPr id="218" name="Google Shape;218;p12"/>
          <p:cNvPicPr preferRelativeResize="0">
            <a:picLocks noGrp="1"/>
          </p:cNvPicPr>
          <p:nvPr>
            <p:ph type="body" idx="1"/>
          </p:nvPr>
        </p:nvPicPr>
        <p:blipFill rotWithShape="1">
          <a:blip r:embed="rId3">
            <a:alphaModFix/>
          </a:blip>
          <a:srcRect/>
          <a:stretch/>
        </p:blipFill>
        <p:spPr>
          <a:xfrm>
            <a:off x="2470245" y="614148"/>
            <a:ext cx="7317142" cy="544545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3"/>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endParaRPr/>
          </a:p>
        </p:txBody>
      </p:sp>
      <p:pic>
        <p:nvPicPr>
          <p:cNvPr id="224" name="Google Shape;224;p13"/>
          <p:cNvPicPr preferRelativeResize="0">
            <a:picLocks noGrp="1"/>
          </p:cNvPicPr>
          <p:nvPr>
            <p:ph type="body" idx="1"/>
          </p:nvPr>
        </p:nvPicPr>
        <p:blipFill rotWithShape="1">
          <a:blip r:embed="rId3">
            <a:alphaModFix/>
          </a:blip>
          <a:srcRect/>
          <a:stretch/>
        </p:blipFill>
        <p:spPr>
          <a:xfrm>
            <a:off x="3688768" y="846161"/>
            <a:ext cx="4814464" cy="502917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4"/>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262626"/>
              </a:buClr>
              <a:buSzPts val="4400"/>
              <a:buFont typeface="Garamond"/>
              <a:buNone/>
            </a:pPr>
            <a:endParaRPr/>
          </a:p>
        </p:txBody>
      </p:sp>
      <p:sp>
        <p:nvSpPr>
          <p:cNvPr id="230" name="Google Shape;230;p14"/>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8280"/>
              <a:buNone/>
            </a:pPr>
            <a:r>
              <a:rPr lang="en-US" sz="7200"/>
              <a:t>Thank You</a:t>
            </a:r>
            <a:endParaRPr sz="7200"/>
          </a:p>
        </p:txBody>
      </p:sp>
    </p:spTree>
  </p:cSld>
  <p:clrMapOvr>
    <a:masterClrMapping/>
  </p:clrMapOvr>
</p:sld>
</file>

<file path=ppt/theme/theme1.xml><?xml version="1.0" encoding="utf-8"?>
<a:theme xmlns:a="http://schemas.openxmlformats.org/drawingml/2006/main"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649</Words>
  <Application>Microsoft Macintosh PowerPoint</Application>
  <PresentationFormat>Widescreen</PresentationFormat>
  <Paragraphs>51</Paragraphs>
  <Slides>15</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Garamond</vt:lpstr>
      <vt:lpstr>Arial</vt:lpstr>
      <vt:lpstr>Organic</vt:lpstr>
      <vt:lpstr>Notice, Circular, Agenda and Minutes</vt:lpstr>
      <vt:lpstr>Introduction</vt:lpstr>
      <vt:lpstr>Notice</vt:lpstr>
      <vt:lpstr>Notice</vt:lpstr>
      <vt:lpstr>Circular</vt:lpstr>
      <vt:lpstr>Circular</vt:lpstr>
      <vt:lpstr>Difference between Notice and circular</vt:lpstr>
      <vt:lpstr>Continue…</vt:lpstr>
      <vt:lpstr>Agenda</vt:lpstr>
      <vt:lpstr>Agenda</vt:lpstr>
      <vt:lpstr>Minutes</vt:lpstr>
      <vt:lpstr>What needs to be included?</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Notice, Circular, Agenda and Minutes</dc:title>
  <dc:creator>unais kt</dc:creator>
  <cp:lastModifiedBy>Microsoft Office User</cp:lastModifiedBy>
  <cp:revision>4</cp:revision>
  <dcterms:created xsi:type="dcterms:W3CDTF">2023-11-21T04:33:46Z</dcterms:created>
  <dcterms:modified xsi:type="dcterms:W3CDTF">2026-04-21T06:47:16Z</dcterms:modified>
</cp:coreProperties>
</file>